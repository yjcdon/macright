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cp:revision>164</cp:revision>
  <dcterms:created xsi:type="dcterms:W3CDTF">2026-10-25T15:25:41Z</dcterms:created>
  <dcterms:modified xsi:type="dcterms:W3CDTF">2026-10-25T15:25:41Z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</Properties>
</file>